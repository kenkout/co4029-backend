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Hello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First slide body content.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Test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Second slide body content.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Fixture</dc:title>
  <dc:subject/>
  <dc:creator>abridgeai</dc:creator>
  <cp:keywords/>
  <dc:description>generated using python-pptx</dc:description>
  <cp:lastModifiedBy/>
  <cp:revision>1</cp:revision>
  <dcterms:created xsi:type="dcterms:W3CDTF">2024-01-01T00:00:00Z</dcterms:created>
  <dcterms:modified xsi:type="dcterms:W3CDTF">2024-01-01T00:00:00Z</dcterms:modified>
  <cp:category/>
</cp:coreProperties>
</file>